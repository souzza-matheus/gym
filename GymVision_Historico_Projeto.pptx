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279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GymVision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D4AA"/>
                </a:solidFill>
                <a:latin typeface="Calibri"/>
              </a:rPr>
              <a:t>Do app Android monolítico original ao CI/CD — evolução real do código, sprint a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0B8C2"/>
                </a:solidFill>
                <a:latin typeface="Calibri"/>
              </a:rPr>
              <a:t>Matheus Souza  ·  Junho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 que é o GymVision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Sistema de monitoramento e correção de postura em tempo real para academias. Usa visão computacional para detectar erros biomecânicos durante exercícios e notificar o professor imediatamente — reduzindo o risco de lesões por má execução.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Feedback instantâneo para o aluno (app Android) e para o professor (dashboard web)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5 exercícios suportados: Squat, Deadlift, Lunge, Bench Press, Bent-over Row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9 microsserviços orquestrados via Docker Compose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Funciona online (servidor) e offline (análise local no celular)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Microsserviços (estado atual)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286000" cy="685800"/>
          </a:xfrm>
          <a:prstGeom prst="roundRect">
            <a:avLst/>
          </a:prstGeom>
          <a:solidFill>
            <a:srgbClr val="008F73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App Android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2286000" cy="685800"/>
          </a:xfrm>
          <a:prstGeom prst="roundRect">
            <a:avLst/>
          </a:prstGeom>
          <a:solidFill>
            <a:srgbClr val="008F73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Dashboard 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148840"/>
            <a:ext cx="2286000" cy="685800"/>
          </a:xfrm>
          <a:prstGeom prst="roundRect">
            <a:avLst/>
          </a:prstGeom>
          <a:solidFill>
            <a:srgbClr val="3B4555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Kong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097280"/>
            <a:ext cx="228600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pose-service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965960"/>
            <a:ext cx="228600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session-service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834640"/>
            <a:ext cx="228600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user-service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703320"/>
            <a:ext cx="228600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analytics-service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508760"/>
            <a:ext cx="2286000" cy="6858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notification-service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743200"/>
            <a:ext cx="2286000" cy="685800"/>
          </a:xfrm>
          <a:prstGeom prst="roundRect">
            <a:avLst/>
          </a:prstGeom>
          <a:solidFill>
            <a:srgbClr val="6B4E16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RabbitMQ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0789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Bancos de dados: PostgreSQL (usuários) · TimescaleDB (sessões/reps) · MongoDB (progresso/gamificação) · Redis (cache de vídeo) · MinIO (armazenamento S3-compatible)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Comunicação assíncrona via RabbitMQ (exchange topic "gymvision", fan-out garantido por fila dedicada por serviço)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LINHA DO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Sprints — evolução real do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Sprint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463040"/>
            <a:ext cx="7589520" cy="548640"/>
          </a:xfrm>
          <a:prstGeom prst="roundRect">
            <a:avLst/>
          </a:prstGeom>
          <a:solidFill>
            <a:srgbClr val="008F73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/>
            <a:r>
              <a:rPr sz="1400">
                <a:solidFill>
                  <a:srgbClr val="FFFFFF"/>
                </a:solidFill>
              </a:rPr>
              <a:t>App Android monolítico + backend inicial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554480"/>
            <a:ext cx="1463040" cy="365760"/>
          </a:xfrm>
          <a:prstGeom prst="roundRect">
            <a:avLst/>
          </a:prstGeom>
          <a:solidFill>
            <a:srgbClr val="4A5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15/05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4144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Sprint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377440"/>
            <a:ext cx="7589520" cy="548640"/>
          </a:xfrm>
          <a:prstGeom prst="roundRect">
            <a:avLst/>
          </a:prstGeom>
          <a:solidFill>
            <a:srgbClr val="008F73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/>
            <a:r>
              <a:rPr sz="1400">
                <a:solidFill>
                  <a:srgbClr val="FFFFFF"/>
                </a:solidFill>
              </a:rPr>
              <a:t>Correções de detecção real (só backend)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468880"/>
            <a:ext cx="1463040" cy="365760"/>
          </a:xfrm>
          <a:prstGeom prst="roundRect">
            <a:avLst/>
          </a:prstGeom>
          <a:solidFill>
            <a:srgbClr val="4A5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19/05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5584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Sprint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291840"/>
            <a:ext cx="7589520" cy="548640"/>
          </a:xfrm>
          <a:prstGeom prst="roundRect">
            <a:avLst/>
          </a:prstGeom>
          <a:solidFill>
            <a:srgbClr val="008F73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/>
            <a:r>
              <a:rPr sz="1400">
                <a:solidFill>
                  <a:srgbClr val="FFFFFF"/>
                </a:solidFill>
              </a:rPr>
              <a:t>Refatoração total: Android → Jetpack Compose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3383280"/>
            <a:ext cx="1463040" cy="365760"/>
          </a:xfrm>
          <a:prstGeom prst="roundRect">
            <a:avLst/>
          </a:prstGeom>
          <a:solidFill>
            <a:srgbClr val="4A5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09/06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7024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Sprint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206240"/>
            <a:ext cx="7589520" cy="548640"/>
          </a:xfrm>
          <a:prstGeom prst="roundRect">
            <a:avLst/>
          </a:prstGeom>
          <a:solidFill>
            <a:srgbClr val="008F73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/>
            <a:r>
              <a:rPr sz="1400">
                <a:solidFill>
                  <a:srgbClr val="FFFFFF"/>
                </a:solidFill>
              </a:rPr>
              <a:t>Expansão de produto, segurança e IA experimental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9840" y="4297680"/>
            <a:ext cx="1463040" cy="365760"/>
          </a:xfrm>
          <a:prstGeom prst="roundRect">
            <a:avLst/>
          </a:prstGeom>
          <a:solidFill>
            <a:srgbClr val="4A5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18/06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8464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Sprint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120640"/>
            <a:ext cx="7589520" cy="548640"/>
          </a:xfrm>
          <a:prstGeom prst="roundRect">
            <a:avLst/>
          </a:prstGeom>
          <a:solidFill>
            <a:srgbClr val="008F73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/>
            <a:r>
              <a:rPr sz="1400">
                <a:solidFill>
                  <a:srgbClr val="FFFFFF"/>
                </a:solidFill>
              </a:rPr>
              <a:t>Hardening: reversão da IA, bugs reais, CI/CD + Docker 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5212080"/>
            <a:ext cx="1463040" cy="365760"/>
          </a:xfrm>
          <a:prstGeom prst="roundRect">
            <a:avLst/>
          </a:prstGeom>
          <a:solidFill>
            <a:srgbClr val="4A5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23/06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0B8C2"/>
                </a:solidFill>
                <a:latin typeface="Calibri"/>
              </a:rPr>
              <a:t>Divisão construída a partir da própria evolução do código (git log + diffs), não de documentos de planejamento.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SPRINT 0 · ORIGEM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 app Android monolítico original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00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15/05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Arquitetura clássica de Activities + Fragments + XML: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LoginActivity, SessionListActivity, CameraActivity + CameraFragment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3 telas no total, sem grafo de navegação — cada tela é uma Activity isolada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Sem Jetpack Compose, sem Material 3, sem ViewModel por tela dedicado a estado de UI moderno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630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Backend já nascia como microsserviços (não monolítico):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pose-service (Python/FastAPI) com motor de regras: Squat, Deadlift, Lunge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Detecção de landmarks via MediaPipe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Primeira versão do docker-compose.yml orquestrando os serviços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SPRINT 1 ·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Correções de detecção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00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19/05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Sprint inteiramente de backend — nenhuma mudança no app Android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Ajustes em exercise_analyzer.py, orientation_detector.py e tf_serving_client.py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Foco: landmarks que funcionavam bem em dados sintéticos falhavam em imagens reais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Configuração de healthcheck e dependências do docker-compose.yml refinadas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SPRINT 2 · REFATORAÇÃO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Android: de Activities/XML para Jetpack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00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09/06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B8C2"/>
                </a:solidFill>
                <a:latin typeface="Calibri"/>
              </a:rPr>
              <a:t>ANTES (Sprint 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120640" cy="4206240"/>
          </a:xfrm>
          <a:prstGeom prst="roundRect">
            <a:avLst/>
          </a:prstGeom>
          <a:solidFill>
            <a:srgbClr val="20262E"/>
          </a:solidFill>
          <a:ln w="12700">
            <a:solidFill>
              <a:srgbClr val="4A52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•  Activities + Fragments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•  Layouts XML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•  Sem grafo de navegação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•  3 telas: Login, Sessões, Câmera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•  Sem tema centralizado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D4AA"/>
                </a:solidFill>
                <a:latin typeface="Calibri"/>
              </a:rPr>
              <a:t>DEPOIS (Sprint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120640" cy="4206240"/>
          </a:xfrm>
          <a:prstGeom prst="roundRect">
            <a:avLst/>
          </a:prstGeom>
          <a:solidFill>
            <a:srgbClr val="0F2E28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100% Jetpack Compose + Material 3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AppNavHost + MainScreen + Routes (navegação unificada)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ViewModel dedicado por tela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6 telas: Login, Câmera (+PoseOverlay), Perfil, Progresso, Lista e Detalhe de Sessão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Tema centralizado (Color/Theme/Type.kt)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 Modelo de pose atualizado (MoveNet Thunder) no backend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SPRINT 3 · EXPANSÃO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Produto, segurança e infraestrutura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008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18/06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0B8C2"/>
                </a:solidFill>
                <a:latin typeface="Calibri"/>
              </a:rPr>
              <a:t>Maior commit do projeto — entregas em paralelo: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CI/CD inicial (GitHub Actions)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Backup automático (cron 03:00 UTC → MinIO)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Refresh token rotation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LGPD: exportação e exclusão de dados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Relatório PDF mensal por e-mail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Modo offline (ML Kit on-device + WorkManager)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Gamificação: AchievementsScreen (pontos, nível, streak)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Planos de treino: WorkoutPlanScreen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Guia de câmera: CameraGuideScreen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VideoTestScreen construído, mas SEM entrada na navegação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3 · EXPANSÃO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Motor de IA experimental no pose-service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Motor de regras (exercise_analyzer.py) substituído por modelos de ML (RandomForest)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Sem dataset real anotado → estratégia de bootstrap (weak supervision):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    ‣  Landmarks sintéticos por geometria inversa (ai/synthetic_body.py)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>
                <a:solidFill>
                  <a:srgbClr val="B0B8C2"/>
                </a:solidFill>
                <a:latin typeface="Calibri"/>
              </a:rPr>
              <a:t>    ‣  Rótulos vindos do próprio motor de regras, atuando como "professor"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Validado contra vídeo real ("Bad squat form"): 48/48 testes, pipeline completo até o WebSocket do professor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No mesmo dia: 2 bugs corrigidos (score zerado no bench press; classify_frames() nunca conectado ao pipeline de vídeo)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4 · HARDENING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Restauração da feature "Testar Vídeo"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23/06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Causa raiz: VideoTestScreen/ViewModel já existiam completos desde o Sprint 3, mas nunca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B0B8C2"/>
                </a:solidFill>
                <a:latin typeface="Calibri"/>
              </a:rPr>
              <a:t>    ‣  foram adicionados à barra de navegação inferior — rota órfã, sem ponto de entrada na UI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Corrigido: item "Testar" adicionado à navegação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8 vídeos reais de teste (squat, deadlift, lunge, bench press, bent-over row) embutidos como assets do APK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FileProvider configurado para gerar URIs de conteúdo seguras a partir dos vídeos de exemplo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4 · HARDENING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Decisão: reverter o motor de IA para regras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23/06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Usuário testou o motor de IA com os vídeos reais e achou os avisos de erro visivelmente mais brandos que o motor de regras original.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CAUSA RAIZ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Dataset de treino sintético rotulado pelo próprio motor de regras (weak supervision)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Classificador estatístico treinado para imitar regras determinísticas tende a suavizar os extremos (regressão à média) — especialmente a classe HIGH (minoritária)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Conclusão: a IA nunca superaria as regras nesse desenho — não vale a complexidade adicional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Decisão: revert apenas de import (sem alterar lógica) — código da IA mantido no disco, desconectado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4 · HARDENING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Bugs reais encontrados após a reversão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575" y="365760"/>
            <a:ext cx="1645920" cy="4114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23/06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Score zerado em BENCH_PRESS/BENT_OVER_ROW: bug só tinha sido corrigido do lado da IA — calculate_score() zerava score sempre que phase==UNKNOWN (joelho fora de quadro), irrelevante para supino/remada. Corrigido com force_assessable.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Vídeo "Bad squat form" com valgo visível dava avg_score=100 e zero erros: diagnóstico frame-a-frame mostrou desvio real de ~1.8–3.3% no joelho direito, mas o threshold (4.0%) nunca era cruzado. Ajustado para 2.0%, validado sem falso positivo.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Overlay de landmarks invisível no "Testar Vídeo": VideoView faz letterbox do vídeo, mas o overlay desenhava no tamanho cheio do Canvas. Corrigido calculando o retângulo real do vídeo.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SPRINT 4 · HARDENING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CI/CD reforçado e publicação no Docker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Bug corrigido: trigger só aceitava main/develop — branch real do repo é master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O pipeline nunca tinha publicado nada de fato antes desta correção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Jobs de teste por serviço + build-and-push + deploy-staging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Cada serviço agora publicado em DOIS registries: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ghcr.io/&lt;owner&gt;/gymvision/&lt;serviço&gt;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>
                <a:solidFill>
                  <a:srgbClr val="B0B8C2"/>
                </a:solidFill>
                <a:latin typeface="Calibri"/>
              </a:rPr>
              <a:t>    ‣  docker.io/souzza-matheus/gymvision-&lt;serviço&gt;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notification-service incluído (tinha Dockerfile mas não era publicado)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Pendência: secrets DOCKERHUB_USERNAME / DOCKERHUB_TOKEN no GitHub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ESTADO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Métricas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microsserviços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73736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56032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exercícios suportados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55448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73736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48/48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56032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testes passando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containers Docker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47472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65760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48056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registries (ghcr.io + Docker Hub)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474720"/>
            <a:ext cx="3429000" cy="1645920"/>
          </a:xfrm>
          <a:prstGeom prst="roundRect">
            <a:avLst/>
          </a:prstGeom>
          <a:solidFill>
            <a:srgbClr val="1B2129"/>
          </a:solidFill>
          <a:ln w="1270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3657600"/>
            <a:ext cx="3429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D4AA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4480560"/>
            <a:ext cx="3429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B0B8C2"/>
                </a:solidFill>
                <a:latin typeface="Calibri"/>
              </a:rPr>
              <a:t>telas Android (de 3 no Sprint 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D4AA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Pendências em aberto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Configurar secrets DOCKERHUB_USERNAME / DOCKERHUB_TOKEN no GitHub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Decidir o destino de pose-service/ai/dataset_generator.py (extensão da IA desconectada, não finalizada)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Configurar secrets STAGING_HOST/USER/SSH_KEY para habilitar o deploy automático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 Avaliar retomar o motor de IA no futuro, treinado com dados reais anotados (não sintéticos)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2794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D4AA"/>
                </a:solidFill>
                <a:latin typeface="Calibri"/>
              </a:rPr>
              <a:t>GymVision — do app monolítico ao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B0B8C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