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279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GymVision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D4AA"/>
                </a:solidFill>
                <a:latin typeface="Calibri"/>
              </a:rPr>
              <a:t>Histórico completo do projeto, organizado por Sprints — do Sprint 0 ao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0B8C2"/>
                </a:solidFill>
                <a:latin typeface="Calibri"/>
              </a:rPr>
              <a:t>Matheus Souza  ·  Junho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 que é o GymVision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Sistema de monitoramento e correção de postura em tempo real para academias. Usa visão computacional para detectar erros biomecânicos durante exercícios e notificar o professor imediatamente — reduzindo o risco de lesões por má execução.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Feedback instantâneo para o aluno (app Android) e para o professor (dashboard web)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5 exercícios suportados: Squat, Deadlift, Lunge, Bench Press, Bent-over Row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9 microsserviços orquestrados via Docker Compose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Funciona online (servidor) e offline (análise local no celular)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Microsserviços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286000" cy="685800"/>
          </a:xfrm>
          <a:prstGeom prst="roundRect">
            <a:avLst/>
          </a:prstGeom>
          <a:solidFill>
            <a:srgbClr val="008F73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App Android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2286000" cy="685800"/>
          </a:xfrm>
          <a:prstGeom prst="roundRect">
            <a:avLst/>
          </a:prstGeom>
          <a:solidFill>
            <a:srgbClr val="008F73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Dashboard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148840"/>
            <a:ext cx="2286000" cy="685800"/>
          </a:xfrm>
          <a:prstGeom prst="roundRect">
            <a:avLst/>
          </a:prstGeom>
          <a:solidFill>
            <a:srgbClr val="3B4555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Kong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09728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pose-service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96596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session-service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83464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user-service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70332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analytics-service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50876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notification-service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743200"/>
            <a:ext cx="2286000" cy="685800"/>
          </a:xfrm>
          <a:prstGeom prst="roundRect">
            <a:avLst/>
          </a:prstGeom>
          <a:solidFill>
            <a:srgbClr val="6B4E16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RabbitMQ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Bancos de dados: PostgreSQL (usuários) · TimescaleDB (sessões/reps) · MongoDB (progresso/gamificação) · Redis (cache de vídeo) · MinIO (armazenamento S3-compatible)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Comunicação assíncrona via RabbitMQ (exchange topic "gymvision", fan-out garantido por fila dedicada por serviço)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LINHA DO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Organização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417320"/>
            <a:ext cx="6400800" cy="50292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48132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MVP — fundação do produto (23 itens)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481328"/>
            <a:ext cx="1554480" cy="3657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CONCLUÍDO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286000"/>
            <a:ext cx="6400800" cy="50292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3500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Fundação e Segurança + experimento de 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2350008"/>
            <a:ext cx="1554480" cy="3657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CONCLUÍDO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1 (hardening)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3154680"/>
            <a:ext cx="6400800" cy="50292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21868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Reversão da IA, correções reais, CI/CD + Docker 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3218688"/>
            <a:ext cx="1554480" cy="36576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CONCLUÍDO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8736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4023360"/>
            <a:ext cx="3520440" cy="502920"/>
          </a:xfrm>
          <a:prstGeom prst="roundRect">
            <a:avLst/>
          </a:prstGeom>
          <a:noFill/>
          <a:ln w="19050">
            <a:solidFill>
              <a:srgbClr val="4A52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408736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0B8C2"/>
                </a:solidFill>
                <a:latin typeface="Calibri"/>
              </a:rPr>
              <a:t>Produto e Experiência (relatórios, auto-detecção, FCM)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087368"/>
            <a:ext cx="1554480" cy="365760"/>
          </a:xfrm>
          <a:prstGeom prst="roundRect">
            <a:avLst/>
          </a:prstGeom>
          <a:solidFill>
            <a:srgbClr val="4A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PLANEJADO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560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892040"/>
            <a:ext cx="4480559" cy="50292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956048"/>
            <a:ext cx="42062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Plataforma e Escala (Grafana, PWA, modelo de IA próprio)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19" y="4956048"/>
            <a:ext cx="155448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0B8C2"/>
                </a:solidFill>
                <a:latin typeface="Calibri"/>
              </a:rPr>
              <a:t>Sprints 0 e 1 concluídos integralmente. Sprint 2 ainda não iniciado. Sprint 3: o item "modelo de IA próprio" foi antecipado e testado durante o Sprint 1, mas revertido após validação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SPRINT 0 · MVP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base do produto — fundação técnica e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00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Itens 1–12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Infraestrutura básica: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healthcheck do pose-service, logs estruturados em JSON, rate limiting no Kong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Experiência do app Android: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feedback de voz (TextToSpeech PT-BR), contador de repetições em tempo real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Dashboard web: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tela de login com JWT (antes, acesso era livre)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Novos exercícios: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Bench Press (cotovelo aberto, pulso dobrado, arco lombar)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Bent-over Row (coluna arredondada, amplitude insuficiente)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Comunicação e visualização: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relatório pós-treino por e-mail, mapa de calor de erros, comparação entre sessões, Web Push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SPRINT 0 · MVP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Escala, robustez e funcionalidades avançadas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00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Itens 13–23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Escalabilidade do pose-service: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cache Redis por hash MD5 do vídeo, fila assíncrona (asyncio.Queue), armazenamento de vídeos no MinIO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Guia visual de posicionamento de câmera no app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Gestão de alunos no dashboard (CRUD)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Gamificação completa: pontos, nível, streak, 12 conquistas, ranking da academia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Modo offline no Android (ML Kit on-device + sincronização via WorkManager)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34 testes automatizados (pose-service)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Plano de treino integrado (professor cria, app monitora)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Multi-tenancy: isolamento completo por academia (tenant_id)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Relatório PDF mensal por aluno, enviado automaticamente por e-mail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SPRINT 1 · FUNDAÇÃO E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Estabilidade, compliance e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00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18/06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CI/CD inicial com GitHub Actions (testes, builds, geração de APK)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Backup automático: pg_dump + mongo export → MinIO, diário às 03:00 UTC, retenção de 30 dias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Refresh token rotation: token anterior é revogado a cada renovação (token roubado não pode ser reutilizado)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LGPD compliance: exportação e exclusão de dados do usuário, com tela dedicada no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ENTREGUE NO MESMO COMMIT (fora do escopo formal do Sprint 1):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Redesign completo do app Android (Jetpack Compose + Material 3) e modo offline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Motor de exercícios migrado para IA — item do Sprint 3, antecipado (ver próximo slide)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1 · EXPERIMENTO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Por que antecipamos o item de IA (Sprint 3)?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Hipótese: um modelo estatístico poderia generalizar melhor que regras fixas em filmagem real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Sem dataset real anotado disponível → estratégia de bootstrap (weak supervision):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    ‣  Landmarks sintéticos gerados por geometria inversa (ai/synthetic_body.py)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    ‣  Rótulos de erro/score vindos do próprio motor de regras, atuando como "professor"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Validado contra vídeo real ("Bad squat form"): 48/48 testes passando, pipeline completo até o WebSocket do professor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No mesmo dia, 2 bugs reais encontrados e corrigidos: score zerado no bench press (pernas fora de quadro) e classify_frames() nunca conectado ao pipeline de vídeo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1 ·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Restauração da feature "Testar Vídeo"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23/06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Causa raiz: a tela e o ViewModel já existiam completos desde o Sprint 1, mas nunca foram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B0B8C2"/>
                </a:solidFill>
                <a:latin typeface="Calibri"/>
              </a:rPr>
              <a:t>    ‣  adicionados à barra de navegação inferior — rota órfã, sem ponto de entrada na UI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Corrigido: item "Testar" adicionado à navegação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8 vídeos reais de teste (squat, deadlift, lunge, bench press, bent-over row) embutidos como assets do APK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FileProvider configurado para gerar URIs de conteúdo seguras a partir dos vídeos de exemplo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1 ·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Decisão: reverter o motor de IA para regras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23/06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Usuário testou o motor de IA com os vídeos reais e achou os avisos de erro visivelmente mais brandos que o motor de regras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CAUSA RAIZ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Dataset de treino sintético rotulado pelo próprio motor de regras (weak supervision)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Um classificador estatístico treinado para imitar regras determinísticas tende a suavizar os extremos (regressão à média) — especialmente a classe HIGH (minoritária)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Conclusão do usuário: a IA nunca superaria as regras nesse desenho — não vale a complexidade adicional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Decisão: revert apenas de import (sem alterar lógica) — código da IA mantido no disco, desconectado, para retomar com dados reais no futuro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1 ·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Bugs reais encontrados após a reversão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23/06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Score zerado em BENCH_PRESS/BENT_OVER_ROW: bug só tinha sido corrigido do lado da IA — calculate_score() zerava score sempre que phase==UNKNOWN (joelho fora de quadro), irrelevante para supino/remada. Corrigido com force_assessable.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Vídeo "Bad squat form" com valgo visível dava avg_score=100 e zero erros: diagnóstico frame-a-frame no pipeline de produção mostrou desvio real de ~1.8–3.3% no joelho direito durante o movimento, mas o threshold (4.0%) nunca era cruzado. Ajustado para 2.0%, validado sem falso positivo.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Overlay de landmarks invisível no "Testar Vídeo": VideoView faz letterbox do vídeo, mas o overlay desenhava no tamanho cheio do Canvas — esqueleto caía fora da área visível. Corrigido calculando o retângulo real do vídeo e passando para o overlay.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1 ·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Pipeline CI/CD (GitHub Actions)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>
                <a:solidFill>
                  <a:srgbClr val="FFFFFF"/>
                </a:solidFill>
                <a:latin typeface="Calibri"/>
              </a:rPr>
              <a:t>•  Dispara em push/PR para main, master, develop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>
                <a:solidFill>
                  <a:srgbClr val="FFFFFF"/>
                </a:solidFill>
                <a:latin typeface="Calibri"/>
              </a:rPr>
              <a:t>•  Jobs de teste por serviço: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B0B8C2"/>
                </a:solidFill>
                <a:latin typeface="Calibri"/>
              </a:rPr>
              <a:t>    ‣  user-service-test (Gradle + Postgres + Redis)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B0B8C2"/>
                </a:solidFill>
                <a:latin typeface="Calibri"/>
              </a:rPr>
              <a:t>    ‣  pose-service-test (pytest)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B0B8C2"/>
                </a:solidFill>
                <a:latin typeface="Calibri"/>
              </a:rPr>
              <a:t>    ‣  session-service-build (Gradle)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B0B8C2"/>
                </a:solidFill>
                <a:latin typeface="Calibri"/>
              </a:rPr>
              <a:t>    ‣  analytics-service-test (flake8)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B0B8C2"/>
                </a:solidFill>
                <a:latin typeface="Calibri"/>
              </a:rPr>
              <a:t>    ‣  dashboard-build (npm + Vite)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B0B8C2"/>
                </a:solidFill>
                <a:latin typeface="Calibri"/>
              </a:rPr>
              <a:t>    ‣  android-build (Gradle assembleDebug + artefato)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B0B8C2"/>
                </a:solidFill>
                <a:latin typeface="Calibri"/>
              </a:rPr>
              <a:t>    ‣  compose-validate (docker compose config)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>
                <a:solidFill>
                  <a:srgbClr val="FFFFFF"/>
                </a:solidFill>
                <a:latin typeface="Calibri"/>
              </a:rPr>
              <a:t>•  build-and-push: builda e publica imagem de cada serviço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>
                <a:solidFill>
                  <a:srgbClr val="FFFFFF"/>
                </a:solidFill>
                <a:latin typeface="Calibri"/>
              </a:rPr>
              <a:t>•  deploy-staging: SSH no servidor + docker compose pull/up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>
                <a:solidFill>
                  <a:srgbClr val="FFFFFF"/>
                </a:solidFill>
                <a:latin typeface="Calibri"/>
              </a:rPr>
              <a:t>•  Bug encontrado e corrigido nesta sessão: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B0B8C2"/>
                </a:solidFill>
                <a:latin typeface="Calibri"/>
              </a:rPr>
              <a:t>    ‣  o trigger só aceitava main/develop — mas o branch real do repo é master. O pipeline nunca tinha publicado nada de fato.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1 ·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Publicação no 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6916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63040"/>
            <a:ext cx="16916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pose-service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16916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session-service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16916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analytics-service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240280"/>
            <a:ext cx="16916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backup-service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240280"/>
            <a:ext cx="16916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notification-service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0B8C2"/>
                </a:solidFill>
                <a:latin typeface="Calibri"/>
              </a:rPr>
              <a:t>publica em 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4937760" cy="640080"/>
          </a:xfrm>
          <a:prstGeom prst="roundRect">
            <a:avLst/>
          </a:prstGeom>
          <a:solidFill>
            <a:srgbClr val="24292E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ghcr.io/&lt;owner&gt;/gymvision/&lt;serviço&gt;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657600"/>
            <a:ext cx="4937760" cy="640080"/>
          </a:xfrm>
          <a:prstGeom prst="roundRect">
            <a:avLst/>
          </a:prstGeom>
          <a:solidFill>
            <a:srgbClr val="1D63E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docker.io/souzza-matheus/gymvision-&lt;serviço&gt;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Cada serviço publicado nos DOIS registries simultaneamente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notification-service incluído — tinha Dockerfile mas não estava no job de publicação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Pendência: criar Access Token no Docker Hub e cadastrar DOCKERHUB_USERNAME / DOCKERHUB_TOKEN nos secrets do GitHub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4A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A525E"/>
                </a:solidFill>
                <a:latin typeface="Calibri"/>
              </a:rPr>
              <a:t>SPRINT 2 · PLANEJADO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Produto e Experiência — ainda não iniciado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554480" cy="365760"/>
          </a:xfrm>
          <a:prstGeom prst="roundRect">
            <a:avLst/>
          </a:prstGeom>
          <a:solidFill>
            <a:srgbClr val="4A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NÃO INICIADO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Relatório semanal gerencial para o professor (e-mail toda segunda-feira)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Auto-detecção de exercício por padrão de landmarks (regras + Random Forest)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Progressão de carga inteligente nos planos de treino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FCM push notifications no Android (alertas mesmo com app em background)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3 · PLANEJADO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Plataforma e Escala — parcialmente testado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55448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Prometheus + Grafana (métricas, dashboards, alertas) — não iniciado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PWA de câmera para alunos sem Android — não iniciado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Modelo de IA próprio — antecipado durante o Sprint 1, validado contra vídeo real 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    ‣  REVERTIDO: dataset sintético limitava o modelo a, no máximo, igualar as regras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    ‣  Código mantido no disco (desconectado) para retomar com dados reais anotados no futuro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ESTADO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Métricas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microsserviços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7373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56032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exercícios suportados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55448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7373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48/48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56032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testes passando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containers 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47472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65760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48056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registries (ghcr.io + Docker Hub)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47472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365760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10+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448056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telas no app Android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Pendências em aberto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Configurar secrets DOCKERHUB_USERNAME / DOCKERHUB_TOKEN no GitHub para o build-and-push publicar de fato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Decidir o destino de pose-service/ai/dataset_generator.py (imports não usados de thresholds de LUNGE/ROW — início de uma extensão da IA desconectada)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Configurar secrets STAGING_HOST/USER/SSH_KEY para habilitar o deploy automático em staging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Iniciar Sprint 2 (produto/experiência) e Sprint 3 (plataforma/escala)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Avaliar retomar o motor de IA no futuro, mas treinado com dados reais anotados (não sintéticos)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279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D4AA"/>
                </a:solidFill>
                <a:latin typeface="Calibri"/>
              </a:rPr>
              <a:t>GymVision — do Sprint 0 ao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